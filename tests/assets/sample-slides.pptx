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4AFFA1-BDCE-EEA1-BFEB-4AF43E9A7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46391A-6EEB-5875-32F6-1905BE7C6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9F824A-B7E1-17A7-D92A-35E9B66A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07EB-3E18-4251-9330-BBAEC6FE014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5B4E9D-D8CB-F740-0CB0-4AAA0583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CB335-5C27-E006-5CC0-A42DF8131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62794-D993-4FBE-8010-5FDACCE7F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413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3A661-4A65-60B1-F06F-4FB39CB62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F3BD5B-794D-FF16-CA1B-BB0441BFD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D1374F-41EF-0DFF-E4BC-57E37C300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07EB-3E18-4251-9330-BBAEC6FE014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BF40C4-13F0-2DD3-C97E-049877D9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C569DB-ED13-0D2C-4EBA-81732405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62794-D993-4FBE-8010-5FDACCE7F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002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C9104-54D0-7601-8327-22A5955FA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FB0FDB-F6F8-8A8E-404C-636BF982A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6B08BE-F01B-0376-1E28-F267E9DF3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07EB-3E18-4251-9330-BBAEC6FE014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7D9E37-6995-4B00-80CE-7072EDA74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5EE2F6-964B-C6E8-E72B-33CE1375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62794-D993-4FBE-8010-5FDACCE7F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219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DBD65-50D2-548C-F917-EE1F3C77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16926F-B0E9-06EA-CD81-DF6FBBB6D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F39C83-FF7E-4AD7-BE6B-195A3F7DE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C076ED-1F26-7AC8-9E40-849E0C3F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07EB-3E18-4251-9330-BBAEC6FE014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15EB27-FC05-A9C1-93B3-264ADC8C9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76A91A-1784-22CD-E7A9-32CA30A9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62794-D993-4FBE-8010-5FDACCE7F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8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4A941-1C54-B24D-E883-9F3944E1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2B2692-CF38-C3DF-950B-CE0CF55D8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779D75-EFFA-9979-307A-4F2C16929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E55E28-1F72-2A0D-F0E7-B63909F0DB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3F07C0-A4D9-AC46-2AE2-78AEED069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CC7F5C-FF43-4DF7-0045-7B3562FB4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07EB-3E18-4251-9330-BBAEC6FE014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819D6E-829A-40F2-6079-BBC07DF98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7E60E9-3759-1761-C7A2-E3B7BD25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62794-D993-4FBE-8010-5FDACCE7F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76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556E6-D4D5-9FD7-D34D-AABEA0C75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CA6B0B-175A-8D7F-3AB8-927C98CF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07EB-3E18-4251-9330-BBAEC6FE014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265B05-744D-3B4A-45B2-5D51C2ED5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FFEB5F-DEC6-7E34-C027-DEDE036B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62794-D993-4FBE-8010-5FDACCE7F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01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728866-9FD7-3EF8-9CE9-BFC5A895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07EB-3E18-4251-9330-BBAEC6FE014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3384BD-CEAE-53AA-EA3B-644D3CAF2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E10C1F-90BC-9BA1-478F-79CC9495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62794-D993-4FBE-8010-5FDACCE7F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19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87FBC-BCF8-E073-DE9B-78E65934D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ABA1DE-2E38-6011-B3C3-367800536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B6D5DF-8C0B-EDBB-80DD-29D5684C7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E8B85B-6BEA-CA69-2D4D-FE9E37E4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07EB-3E18-4251-9330-BBAEC6FE014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274A90-DD91-855F-7E80-B52392D1C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74222B-F13F-A42F-3145-F9D40CBB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62794-D993-4FBE-8010-5FDACCE7F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017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E9251-7142-EC1E-BDB7-3832F19AF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7D279A-644E-525B-7548-AE898AEC6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9108B6-81AB-35BC-6C14-07734AEBD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16C94E-041F-F57B-B732-D01DE366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07EB-3E18-4251-9330-BBAEC6FE014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32C3E3-2740-BFCB-06DE-05F66ED1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26B6D2-58DF-4CCB-4FB8-CEBF929C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62794-D993-4FBE-8010-5FDACCE7F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40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1E9DE-868C-67A7-EDFF-685DBB31C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21A3F1-4630-B96B-56BC-017C3D00B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B22849-49D1-40C7-1A47-DFEE96BED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07EB-3E18-4251-9330-BBAEC6FE014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E00877-2E89-953B-30F5-A8552393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2D393F-5CFE-E629-877D-767414E7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62794-D993-4FBE-8010-5FDACCE7F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7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F5A385-2EEE-9707-C3AF-361E320784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14A2B9-3BAF-D1E3-06F9-1D528872EE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43AEFB-5582-64C6-5031-F16DE44E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07EB-3E18-4251-9330-BBAEC6FE014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730EB3-03D5-506A-65BE-D51CF08F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B3B351-3AB5-15DF-98B0-B6F0964C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62794-D993-4FBE-8010-5FDACCE7F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167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A542359-48FB-4E13-6C02-4AF04549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ED0FAA-8178-B5C4-4994-1D4999427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CF0FCD-EA0E-AC16-B695-BE062F508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E07EB-3E18-4251-9330-BBAEC6FE0145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E15183-35F0-86D2-03C6-9C290E39A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BCD914-1910-0BDC-2B8B-A3F5307E7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62794-D993-4FBE-8010-5FDACCE7F1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361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8734275-243E-7CD4-70A4-DF7160033494}"/>
              </a:ext>
            </a:extLst>
          </p:cNvPr>
          <p:cNvSpPr txBox="1"/>
          <p:nvPr/>
        </p:nvSpPr>
        <p:spPr>
          <a:xfrm>
            <a:off x="635000" y="635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电脑工具百宝箱 测试页</a:t>
            </a:r>
          </a:p>
        </p:txBody>
      </p:sp>
    </p:spTree>
    <p:extLst>
      <p:ext uri="{BB962C8B-B14F-4D97-AF65-F5344CB8AC3E}">
        <p14:creationId xmlns:p14="http://schemas.microsoft.com/office/powerpoint/2010/main" val="1417437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奇铮 杨</dc:creator>
  <cp:lastModifiedBy>奇铮 杨</cp:lastModifiedBy>
  <cp:revision>1</cp:revision>
  <dcterms:created xsi:type="dcterms:W3CDTF">2026-09-10T10:10:08Z</dcterms:created>
  <dcterms:modified xsi:type="dcterms:W3CDTF">2026-09-10T10:10:08Z</dcterms:modified>
</cp:coreProperties>
</file>